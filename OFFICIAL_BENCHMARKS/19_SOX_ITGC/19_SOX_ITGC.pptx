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2026-10-02T09:25:23.664057Z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c48788f01bdc60e621e9388167213bf3d9f5324e54f707a3605ebbe307004fe0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2026-10-02T09:25:23.664057Z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