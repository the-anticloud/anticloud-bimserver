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2026-10-02T09:25:23.779990Z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306cb339fe2ad79d9ad1c9a7fb66fbd48c875a1e2947d5d1b5e428e7071195d7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2026-10-02T09:25:23.779990Z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