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BIMSERVER (ARCHITECTURAL_DESIGN)</a:t>
            </a:r>
          </a:p>
          <a:p>
            <a:r>
              <a:t>Upstream: https://github.com/triton-inference-server/server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BIMSERVER is an Anticloud FZ LLE integration of NVIDIA Triton inference server,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BSD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ARCHITECTURAL_DESIGN.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